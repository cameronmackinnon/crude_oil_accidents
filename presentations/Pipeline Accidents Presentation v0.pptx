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674"/>
    <p:restoredTop sz="94659"/>
  </p:normalViewPr>
  <p:slideViewPr>
    <p:cSldViewPr snapToGrid="0">
      <p:cViewPr varScale="1">
        <p:scale>
          <a:sx n="90" d="100"/>
          <a:sy n="90" d="100"/>
        </p:scale>
        <p:origin x="232" y="5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6C4D0A-E1ED-5C57-0D99-B029F91DC5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16C0ADC-07C5-0123-1C9B-27AEC2EC11A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A630FE-1D7B-7BB8-B07D-7B11794861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B6BF67-2978-CE4D-8D5C-6E816D1CE5DA}" type="datetimeFigureOut">
              <a:rPr lang="en-US" smtClean="0"/>
              <a:t>1/23/24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52BF43-605E-560E-FA8D-DAB08F3F63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B871D0-8173-D3B6-6E66-9BB502CC18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330F7D-D613-E24A-9838-C4B5C3515E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01728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CE6529-5BE5-0AD8-CBC7-2ED6A8D099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D7B846-0CB8-C82A-05C5-7F9FC1D438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BDF5E7-DAEB-33D0-4684-D9719C6DEC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B6BF67-2978-CE4D-8D5C-6E816D1CE5DA}" type="datetimeFigureOut">
              <a:rPr lang="en-US" smtClean="0"/>
              <a:t>1/23/24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DCB93A-7F23-4CEE-C8D4-7980371916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133780-3C2D-EEC4-59D0-90918FEF93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330F7D-D613-E24A-9838-C4B5C3515E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81751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1EC98-330C-CE06-0378-5C02F8B43E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B7DCBC-D9D3-9263-8DB2-3623EEA554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56E002-8F61-561F-86DB-40AB9AB570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B6BF67-2978-CE4D-8D5C-6E816D1CE5DA}" type="datetimeFigureOut">
              <a:rPr lang="en-US" smtClean="0"/>
              <a:t>1/23/24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E34117-CEC8-40CA-0A61-8BBC67A79D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EF6604-EACD-042C-4A34-1527D97910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330F7D-D613-E24A-9838-C4B5C3515E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62450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B06DAB-6F3C-D3B6-F9C5-993AA5190E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590C6E-9CEA-B52A-E10C-D8D9B8FB6EA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A3D157F-A9B5-9703-AC0C-FB6D8E4602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B9B00BB-4211-C4B9-C9F7-80BB246F63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B6BF67-2978-CE4D-8D5C-6E816D1CE5DA}" type="datetimeFigureOut">
              <a:rPr lang="en-US" smtClean="0"/>
              <a:t>1/23/24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0EB9D0-4D83-7ABA-F369-7C7189AADD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AF73CD-26B1-E97D-773B-6C7243EF62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330F7D-D613-E24A-9838-C4B5C3515E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7915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A18774-24C1-6B70-E733-A582313BA9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B8002E-7618-100E-EA3B-6CBF5CFCD9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591FFC-B8EC-FA38-4CF7-F2F1130C09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4FF3533-EE77-981D-2105-259256E7C4D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5A876E7-62C5-18D1-BEED-B851930BC9F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881756A-D127-74BD-A17A-B90B5EACA6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B6BF67-2978-CE4D-8D5C-6E816D1CE5DA}" type="datetimeFigureOut">
              <a:rPr lang="en-US" smtClean="0"/>
              <a:t>1/23/24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55A8B8-86AF-1434-1CFE-7EF2D53B84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1EFC9DB-C534-742D-6CD3-8420E29DD3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330F7D-D613-E24A-9838-C4B5C3515E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40128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742785-F6CF-8AAF-64C1-5004BC1B0A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87C524-2E0E-CF5D-FD4B-D1AC319488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B6BF67-2978-CE4D-8D5C-6E816D1CE5DA}" type="datetimeFigureOut">
              <a:rPr lang="en-US" smtClean="0"/>
              <a:t>1/23/24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DEE261A-4E0F-06A8-1E4C-A798E42FB6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601D0BF-7E8D-D99E-BEF6-91D6645B88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330F7D-D613-E24A-9838-C4B5C3515E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4967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3A2D605-B790-F0D4-8378-2CEDFF2A74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B6BF67-2978-CE4D-8D5C-6E816D1CE5DA}" type="datetimeFigureOut">
              <a:rPr lang="en-US" smtClean="0"/>
              <a:t>1/23/24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3238132-0A4F-03DF-58B1-94BF9128DF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6177E9-763D-2D5D-9D8C-97B20F8E4A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330F7D-D613-E24A-9838-C4B5C3515E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9575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FEF000-DE8A-CE9E-41F4-F694C6CBC1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E82CB7-DF53-D0A9-F02E-92927C209C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8594C14-7299-956F-C961-BED0731CD3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CB009C1-E38C-C2A1-7912-3376667580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B6BF67-2978-CE4D-8D5C-6E816D1CE5DA}" type="datetimeFigureOut">
              <a:rPr lang="en-US" smtClean="0"/>
              <a:t>1/23/24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817D2FF-00E2-5DCA-C61F-695D851285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02D0CA8-769C-1161-F822-37861152E9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330F7D-D613-E24A-9838-C4B5C3515E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82424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542AE2-56A6-1953-1EC6-1C380A044A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107935E-DE29-E13C-2EFF-A731AE506FB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573276-6F92-B28B-DFF6-B85B15CA0B8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3E0E02C-8F0E-0766-10B8-3D13F31EBC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B6BF67-2978-CE4D-8D5C-6E816D1CE5DA}" type="datetimeFigureOut">
              <a:rPr lang="en-US" smtClean="0"/>
              <a:t>1/23/24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9382496-98D3-8388-AD22-0F4E4D6993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F996A0-FC2B-88E3-5E35-2293932622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330F7D-D613-E24A-9838-C4B5C3515E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84596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F66E25-C21D-D50B-12F1-31691B1134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038063E-5F85-1778-60EC-43CE2883133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4A609A-6CF0-65DD-7EB1-6AACF166AC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B6BF67-2978-CE4D-8D5C-6E816D1CE5DA}" type="datetimeFigureOut">
              <a:rPr lang="en-US" smtClean="0"/>
              <a:t>1/23/24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48029D-4661-8072-483E-2EDA5A220B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99EDA1-A260-41E2-9E3A-54A9E1629D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330F7D-D613-E24A-9838-C4B5C3515E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16634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117EE9-2527-9EAC-DEDA-46B849C1D0A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AE14748-244C-0064-4007-8F59163AEAA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2F76A-A9E6-D00E-72F6-74D78A1A8B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B6BF67-2978-CE4D-8D5C-6E816D1CE5DA}" type="datetimeFigureOut">
              <a:rPr lang="en-US" smtClean="0"/>
              <a:t>1/23/24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8FDC10-B7C5-1653-745E-520E932248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A00E2E-4D15-2875-D036-3FB9C012BB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330F7D-D613-E24A-9838-C4B5C3515E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2243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00EE122-A685-2B1F-28CC-3E492A8655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FF6834F-F1AC-C207-8881-5AA24912A8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0FF414-9283-03A5-C327-17E5CB0EFDF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2B6BF67-2978-CE4D-8D5C-6E816D1CE5DA}" type="datetimeFigureOut">
              <a:rPr lang="en-US" smtClean="0"/>
              <a:t>1/23/24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58DD94-17DC-117C-0836-3192D08ACE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6908EB-6321-127E-2E17-10E2F54E60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7330F7D-D613-E24A-9838-C4B5C3515E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03518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368AD3-1A3E-3983-DB7C-39908780DAD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E967C20-4815-8F96-756F-5E7B1F0C765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0487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Kiera Mcwatt</dc:creator>
  <cp:lastModifiedBy>Kiera Mcwatt</cp:lastModifiedBy>
  <cp:revision>1</cp:revision>
  <dcterms:created xsi:type="dcterms:W3CDTF">2024-01-23T17:24:49Z</dcterms:created>
  <dcterms:modified xsi:type="dcterms:W3CDTF">2024-01-23T17:25:51Z</dcterms:modified>
</cp:coreProperties>
</file>